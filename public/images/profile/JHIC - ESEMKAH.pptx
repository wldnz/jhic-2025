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Bakbak One" panose="020B0604020202020204" charset="0"/>
      <p:regular r:id="rId11"/>
    </p:embeddedFont>
    <p:embeddedFont>
      <p:font typeface="Karla" pitchFamily="2" charset="0"/>
      <p:regular r:id="rId12"/>
      <p:bold r:id="rId13"/>
      <p:italic r:id="rId14"/>
      <p:boldItalic r:id="rId15"/>
    </p:embeddedFont>
    <p:embeddedFont>
      <p:font typeface="Karla ExtraBold" pitchFamily="2" charset="0"/>
      <p:bold r:id="rId16"/>
      <p:boldItalic r:id="rId17"/>
    </p:embeddedFont>
    <p:embeddedFont>
      <p:font typeface="Karla Medium" pitchFamily="2" charset="0"/>
      <p:regular r:id="rId18"/>
      <p:bold r:id="rId19"/>
      <p:italic r:id="rId20"/>
      <p:boldItalic r:id="rId21"/>
    </p:embeddedFont>
    <p:embeddedFont>
      <p:font typeface="Karla SemiBold" panose="020B0604020202020204" charset="0"/>
      <p:regular r:id="rId22"/>
      <p:bold r:id="rId23"/>
      <p:italic r:id="rId24"/>
      <p:boldItalic r:id="rId25"/>
    </p:embeddedFont>
    <p:embeddedFont>
      <p:font typeface="Nunito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BD559A-ACB3-45CE-B900-67EBDD72C803}" v="98" dt="2025-10-13T22:05:13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6663a198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856663a198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6663a198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856663a198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56663a198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856663a198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56663a198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856663a198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56663a198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856663a198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56663a198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856663a198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6663a198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856663a198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8a50994f45381570">
  <p:cSld name="BLANK_8a50994f45381570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CAPTION_ONLY_3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CAPTION_ONLY_4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000" y="1186312"/>
            <a:ext cx="6750899" cy="231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8"/>
          <p:cNvSpPr txBox="1"/>
          <p:nvPr/>
        </p:nvSpPr>
        <p:spPr>
          <a:xfrm>
            <a:off x="1408700" y="4680270"/>
            <a:ext cx="63267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This document is confidential and contains proprietary information and intellectual property of Jagoanhosting.com © 2025</a:t>
            </a:r>
            <a:endParaRPr sz="600" b="0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6" name="Google Shape;106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03100" y="422437"/>
            <a:ext cx="1381906" cy="281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8"/>
          <p:cNvSpPr txBox="1"/>
          <p:nvPr/>
        </p:nvSpPr>
        <p:spPr>
          <a:xfrm>
            <a:off x="1598850" y="1526950"/>
            <a:ext cx="5946300" cy="1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algn="ctr">
              <a:lnSpc>
                <a:spcPct val="80000"/>
              </a:lnSpc>
              <a:buSzPts val="3600"/>
            </a:pPr>
            <a:r>
              <a:rPr lang="en" sz="5400" b="1" dirty="0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WILDAN-CHAN</a:t>
            </a:r>
            <a:r>
              <a:rPr lang="en" sz="5400" b="1" dirty="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rPr>
              <a:t> </a:t>
            </a:r>
            <a:endParaRPr lang="en" sz="4400" b="1" dirty="0">
              <a:solidFill>
                <a:schemeClr val="dk1"/>
              </a:solidFill>
              <a:ea typeface="Bakbak One"/>
              <a:cs typeface="Bakbak One"/>
              <a:sym typeface="Bakbak One"/>
            </a:endParaRPr>
          </a:p>
          <a:p>
            <a:pPr algn="ctr">
              <a:lnSpc>
                <a:spcPct val="80000"/>
              </a:lnSpc>
            </a:pPr>
            <a:r>
              <a:rPr lang="en" sz="4000" b="1" dirty="0">
                <a:solidFill>
                  <a:schemeClr val="dk1"/>
                </a:solidFill>
                <a:ea typeface="Bakbak One"/>
                <a:sym typeface="Bakbak One"/>
              </a:rPr>
              <a:t>☆*: .｡. o(≧▽≦)o .｡.:*☆</a:t>
            </a:r>
            <a:endParaRPr lang="en" sz="4000" b="1" dirty="0">
              <a:solidFill>
                <a:schemeClr val="dk1"/>
              </a:solidFill>
            </a:endParaRPr>
          </a:p>
        </p:txBody>
      </p:sp>
      <p:sp>
        <p:nvSpPr>
          <p:cNvPr id="108" name="Google Shape;108;p28"/>
          <p:cNvSpPr txBox="1"/>
          <p:nvPr/>
        </p:nvSpPr>
        <p:spPr>
          <a:xfrm>
            <a:off x="3093971" y="3687746"/>
            <a:ext cx="13209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</a:rPr>
              <a:t>Tim </a:t>
            </a:r>
            <a:r>
              <a:rPr lang="en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</a:rPr>
              <a:t>ESEMKAH</a:t>
            </a:r>
            <a:endParaRPr sz="1400" b="0" i="0" u="none" strike="noStrike" cap="none" dirty="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109" name="Google Shape;109;p28"/>
          <p:cNvSpPr txBox="1"/>
          <p:nvPr/>
        </p:nvSpPr>
        <p:spPr>
          <a:xfrm>
            <a:off x="5242808" y="3595843"/>
            <a:ext cx="3350169" cy="101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285750" indent="-203200">
              <a:buClr>
                <a:schemeClr val="lt1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Mohammad Aqil </a:t>
            </a:r>
            <a:r>
              <a:rPr lang="en" dirty="0" err="1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Athvihaz</a:t>
            </a:r>
            <a:endParaRPr sz="1400" b="0" i="0" u="none" strike="noStrike" cap="none" dirty="0" err="1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marL="285750" indent="-203200">
              <a:buClr>
                <a:schemeClr val="lt1"/>
              </a:buClr>
              <a:buSzPts val="1400"/>
              <a:buFont typeface="Karla"/>
              <a:buChar char="●"/>
            </a:pPr>
            <a:r>
              <a:rPr lang="en" dirty="0" err="1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Raditya</a:t>
            </a:r>
            <a:r>
              <a:rPr lang="en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 Putra Hidayat</a:t>
            </a:r>
            <a:endParaRPr lang="en" sz="1400" b="0" i="0" u="none" strike="noStrike" cap="none" dirty="0">
              <a:solidFill>
                <a:schemeClr val="lt1"/>
              </a:solidFill>
              <a:latin typeface="Karla"/>
              <a:ea typeface="Karla"/>
              <a:cs typeface="Karla"/>
            </a:endParaRPr>
          </a:p>
          <a:p>
            <a:pPr marL="285750" indent="-203200">
              <a:buClr>
                <a:schemeClr val="lt1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chemeClr val="lt1"/>
                </a:solidFill>
                <a:latin typeface="Karla"/>
                <a:ea typeface="Karla"/>
                <a:cs typeface="Karla"/>
              </a:rPr>
              <a:t>Raihan Rizky </a:t>
            </a:r>
            <a:r>
              <a:rPr lang="en" dirty="0" err="1">
                <a:solidFill>
                  <a:schemeClr val="lt1"/>
                </a:solidFill>
                <a:latin typeface="Karla"/>
                <a:ea typeface="Karla"/>
                <a:cs typeface="Karla"/>
              </a:rPr>
              <a:t>Adriansyah</a:t>
            </a:r>
          </a:p>
          <a:p>
            <a:pPr marL="285750" indent="-203200">
              <a:buClr>
                <a:schemeClr val="lt1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chemeClr val="lt1"/>
                </a:solidFill>
                <a:latin typeface="Karla"/>
                <a:ea typeface="Karla"/>
                <a:cs typeface="Karla"/>
              </a:rPr>
              <a:t>Rizky Sugiharto</a:t>
            </a:r>
          </a:p>
          <a:p>
            <a:pPr marL="285750" indent="-203200">
              <a:buClr>
                <a:schemeClr val="lt1"/>
              </a:buClr>
              <a:buSzPts val="1400"/>
              <a:buFont typeface="Karla"/>
              <a:buChar char="●"/>
            </a:pPr>
            <a:r>
              <a:rPr lang="en" dirty="0">
                <a:solidFill>
                  <a:schemeClr val="lt1"/>
                </a:solidFill>
                <a:latin typeface="Karla"/>
                <a:ea typeface="Karla"/>
                <a:cs typeface="Karla"/>
              </a:rPr>
              <a:t>Wildan Izhar Al-Haqq</a:t>
            </a:r>
          </a:p>
        </p:txBody>
      </p:sp>
      <p:pic>
        <p:nvPicPr>
          <p:cNvPr id="110" name="Google Shape;110;p28" title="Group 1000006984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11565" y="370725"/>
            <a:ext cx="1320874" cy="62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8"/>
          <p:cNvSpPr txBox="1"/>
          <p:nvPr/>
        </p:nvSpPr>
        <p:spPr>
          <a:xfrm>
            <a:off x="1622996" y="3688796"/>
            <a:ext cx="152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Oleh                   : </a:t>
            </a:r>
            <a:endParaRPr sz="1400" b="0" i="0" u="none" strike="noStrike" cap="non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2" name="Google Shape;112;p28"/>
          <p:cNvSpPr txBox="1"/>
          <p:nvPr/>
        </p:nvSpPr>
        <p:spPr>
          <a:xfrm>
            <a:off x="1622996" y="4085186"/>
            <a:ext cx="152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Asal Sekolah   :</a:t>
            </a:r>
            <a:endParaRPr sz="1400" b="0" i="0" u="none" strike="noStrike" cap="non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3" name="Google Shape;113;p28"/>
          <p:cNvSpPr txBox="1"/>
          <p:nvPr/>
        </p:nvSpPr>
        <p:spPr>
          <a:xfrm>
            <a:off x="3093971" y="4084136"/>
            <a:ext cx="2127723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</a:rPr>
              <a:t>SMK BINA INFORMATIKA BINTARO</a:t>
            </a:r>
            <a:endParaRPr sz="1400" b="0" i="0" u="none" strike="noStrike" cap="none" dirty="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/>
        </p:nvSpPr>
        <p:spPr>
          <a:xfrm>
            <a:off x="6490800" y="281250"/>
            <a:ext cx="7218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E9E9E"/>
                </a:solidFill>
                <a:latin typeface="Nunito"/>
                <a:ea typeface="Nunito"/>
                <a:cs typeface="Nunito"/>
                <a:sym typeface="Nunito"/>
              </a:rPr>
              <a:t>Powered by:</a:t>
            </a:r>
            <a:endParaRPr sz="600" b="0" i="0" u="none" strike="noStrike" cap="none">
              <a:solidFill>
                <a:srgbClr val="9E9E9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9" name="Google Shape;119;p29" descr="Group 1000008086.png" title="Group 1000008086.png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7271425" y="281254"/>
            <a:ext cx="1569495" cy="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9" title="Group 100000695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276" y="4498349"/>
            <a:ext cx="989324" cy="43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9"/>
          <p:cNvSpPr txBox="1"/>
          <p:nvPr/>
        </p:nvSpPr>
        <p:spPr>
          <a:xfrm>
            <a:off x="440275" y="190350"/>
            <a:ext cx="238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&lt;</a:t>
            </a:r>
            <a:r>
              <a:rPr lang="en" sz="1200" b="0" i="0" u="none" strike="noStrike" cap="none">
                <a:solidFill>
                  <a:srgbClr val="282828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Masalah &amp; Tujuan</a:t>
            </a: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/&gt;</a:t>
            </a:r>
            <a:endParaRPr sz="1200" b="1" i="0" u="none" strike="noStrike" cap="none">
              <a:solidFill>
                <a:srgbClr val="EC662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2" name="Google Shape;122;p29"/>
          <p:cNvSpPr txBox="1"/>
          <p:nvPr/>
        </p:nvSpPr>
        <p:spPr>
          <a:xfrm>
            <a:off x="4368675" y="4680275"/>
            <a:ext cx="45207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document is confidential and contains proprietary information and intellectual property of Jagoanhosting.com © 2025</a:t>
            </a:r>
            <a:endParaRPr sz="6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Google Shape;123;p29"/>
          <p:cNvSpPr txBox="1"/>
          <p:nvPr/>
        </p:nvSpPr>
        <p:spPr>
          <a:xfrm>
            <a:off x="440275" y="1025650"/>
            <a:ext cx="24711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Judul Konten</a:t>
            </a:r>
            <a:endParaRPr sz="3750" b="0" i="0" u="none" strike="noStrike" cap="none">
              <a:solidFill>
                <a:srgbClr val="EC652B"/>
              </a:solidFill>
              <a:latin typeface="Bakbak One"/>
              <a:ea typeface="Bakbak One"/>
              <a:cs typeface="Bakbak One"/>
              <a:sym typeface="Bakbak On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Goes Here</a:t>
            </a:r>
            <a:endParaRPr sz="3750" b="0" i="0" u="none" strike="noStrike" cap="none">
              <a:solidFill>
                <a:srgbClr val="EC652B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124" name="Google Shape;124;p29"/>
          <p:cNvSpPr txBox="1"/>
          <p:nvPr/>
        </p:nvSpPr>
        <p:spPr>
          <a:xfrm>
            <a:off x="440275" y="2778950"/>
            <a:ext cx="24711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25" name="Google Shape;125;p29"/>
          <p:cNvSpPr txBox="1"/>
          <p:nvPr/>
        </p:nvSpPr>
        <p:spPr>
          <a:xfrm>
            <a:off x="4163825" y="3432900"/>
            <a:ext cx="4515600" cy="9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r>
              <a:rPr lang="en" sz="1165" b="0" i="0" u="none" strike="noStrike" cap="none">
                <a:solidFill>
                  <a:schemeClr val="dk1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Lorem ipsum dolor sit amet consectetur. Mauris sollicitudin dictum cursus aliquam ullamcorper hac facilisis. Dui viverra nunc nulla egestas augue habitant pellentesque. 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126" name="Google Shape;126;p29"/>
          <p:cNvSpPr txBox="1"/>
          <p:nvPr/>
        </p:nvSpPr>
        <p:spPr>
          <a:xfrm>
            <a:off x="440275" y="2571750"/>
            <a:ext cx="300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r>
              <a:rPr lang="en" sz="1165" b="0" i="0" u="none" strike="noStrike" cap="none">
                <a:solidFill>
                  <a:schemeClr val="dk1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Lorem ipsum dolor sit amet consectetur. Mauris sollicitudin dictum cursus aliquam ullamcorper hac facilisis. Dui viverra nunc nulla egestas augue habitant pellentesque. </a:t>
            </a: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27" name="Google Shape;127;p29"/>
          <p:cNvSpPr/>
          <p:nvPr/>
        </p:nvSpPr>
        <p:spPr>
          <a:xfrm>
            <a:off x="4322825" y="717600"/>
            <a:ext cx="4197600" cy="2663700"/>
          </a:xfrm>
          <a:prstGeom prst="roundRect">
            <a:avLst>
              <a:gd name="adj" fmla="val 744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/>
        </p:nvSpPr>
        <p:spPr>
          <a:xfrm>
            <a:off x="6490800" y="281250"/>
            <a:ext cx="7218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E9E9E"/>
                </a:solidFill>
                <a:latin typeface="Nunito"/>
                <a:ea typeface="Nunito"/>
                <a:cs typeface="Nunito"/>
                <a:sym typeface="Nunito"/>
              </a:rPr>
              <a:t>Powered by:</a:t>
            </a:r>
            <a:endParaRPr sz="600" b="0" i="0" u="none" strike="noStrike" cap="none">
              <a:solidFill>
                <a:srgbClr val="9E9E9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3" name="Google Shape;133;p30" descr="Group 1000008086.png" title="Group 1000008086.png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7271425" y="281254"/>
            <a:ext cx="1569495" cy="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 title="Group 100000695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276" y="4498349"/>
            <a:ext cx="989324" cy="43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/>
        </p:nvSpPr>
        <p:spPr>
          <a:xfrm>
            <a:off x="440275" y="190350"/>
            <a:ext cx="238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&lt;</a:t>
            </a:r>
            <a:r>
              <a:rPr lang="en" sz="1200" b="0" i="0" u="none" strike="noStrike" cap="none">
                <a:solidFill>
                  <a:srgbClr val="282828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Struktur &amp; Navigasi</a:t>
            </a: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/&gt;</a:t>
            </a:r>
            <a:endParaRPr sz="1200" b="1" i="0" u="none" strike="noStrike" cap="none">
              <a:solidFill>
                <a:srgbClr val="EC662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4368675" y="4680275"/>
            <a:ext cx="45207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document is confidential and contains proprietary information and intellectual property of Jagoanhosting.com © 2025</a:t>
            </a:r>
            <a:endParaRPr sz="6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30"/>
          <p:cNvSpPr txBox="1"/>
          <p:nvPr/>
        </p:nvSpPr>
        <p:spPr>
          <a:xfrm>
            <a:off x="440275" y="1025650"/>
            <a:ext cx="24711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Judul Konten</a:t>
            </a:r>
            <a:endParaRPr sz="3750" b="0" i="0" u="none" strike="noStrike" cap="none">
              <a:solidFill>
                <a:srgbClr val="EC652B"/>
              </a:solidFill>
              <a:latin typeface="Bakbak One"/>
              <a:ea typeface="Bakbak One"/>
              <a:cs typeface="Bakbak One"/>
              <a:sym typeface="Bakbak On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Goes Here</a:t>
            </a:r>
            <a:endParaRPr sz="3750" b="0" i="0" u="none" strike="noStrike" cap="none">
              <a:solidFill>
                <a:srgbClr val="EC652B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138" name="Google Shape;138;p30"/>
          <p:cNvSpPr txBox="1"/>
          <p:nvPr/>
        </p:nvSpPr>
        <p:spPr>
          <a:xfrm>
            <a:off x="440275" y="2778950"/>
            <a:ext cx="24711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4211250" y="1416001"/>
            <a:ext cx="3963900" cy="23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591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Karla Medium"/>
              <a:buChar char="●"/>
            </a:pPr>
            <a:r>
              <a:rPr lang="en" sz="1060" b="0" i="0" u="none" strike="noStrike" cap="none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Lorem ipsum dolor sit amet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457200" marR="0" lvl="0" indent="-29591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Karla Medium"/>
              <a:buChar char="●"/>
            </a:pPr>
            <a:r>
              <a:rPr lang="en" sz="1060" b="0" i="0" u="none" strike="noStrike" cap="none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Consectetur mauris sollicitudin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457200" marR="0" lvl="0" indent="-29591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Karla Medium"/>
              <a:buChar char="●"/>
            </a:pPr>
            <a:r>
              <a:rPr lang="en" sz="1060" b="0" i="0" u="none" strike="noStrike" cap="none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Dictum cursus aliquam ullamcorper facilisis.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457200" marR="0" lvl="0" indent="-29591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Karla Medium"/>
              <a:buChar char="●"/>
            </a:pPr>
            <a:r>
              <a:rPr lang="en" sz="1060" b="0" i="0" u="none" strike="noStrike" cap="none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Dui viverra nunc nulla egestas augue habitant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457200" marR="0" lvl="0" indent="-29591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Karla Medium"/>
              <a:buChar char="●"/>
            </a:pPr>
            <a:r>
              <a:rPr lang="en" sz="1060" b="0" i="0" u="none" strike="noStrike" cap="none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Lorem ipsum dolor sit amet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457200" marR="0" lvl="0" indent="-29591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Karla Medium"/>
              <a:buChar char="●"/>
            </a:pPr>
            <a:r>
              <a:rPr lang="en" sz="1060" b="0" i="0" u="none" strike="noStrike" cap="none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Consectetur mauris sollicitudin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457200" marR="0" lvl="0" indent="-29591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Karla Medium"/>
              <a:buChar char="●"/>
            </a:pPr>
            <a:r>
              <a:rPr lang="en" sz="1060" b="0" i="0" u="none" strike="noStrike" cap="none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Dictum cursus aliquam ullamcorper facilisis.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marL="457200" marR="0" lvl="0" indent="-29591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Karla Medium"/>
              <a:buChar char="●"/>
            </a:pPr>
            <a:r>
              <a:rPr lang="en" sz="1060" b="0" i="0" u="none" strike="noStrike" cap="none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Dui viverra nunc nulla egestas augue habitant</a:t>
            </a:r>
            <a:endParaRPr sz="1060" b="0" i="0" u="none" strike="noStrike" cap="none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140" name="Google Shape;140;p30"/>
          <p:cNvSpPr txBox="1"/>
          <p:nvPr/>
        </p:nvSpPr>
        <p:spPr>
          <a:xfrm>
            <a:off x="440275" y="2571750"/>
            <a:ext cx="300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r>
              <a:rPr lang="en" sz="1165" b="0" i="0" u="none" strike="noStrike" cap="none">
                <a:solidFill>
                  <a:schemeClr val="dk1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Lorem ipsum dolor sit amet consectetur. Mauris sollicitudin dictum cursus aliquam ullamcorper hac facilisis. Dui viverra nunc nulla egestas augue habitant pellentesque. </a:t>
            </a: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/>
        </p:nvSpPr>
        <p:spPr>
          <a:xfrm>
            <a:off x="6490800" y="281250"/>
            <a:ext cx="7218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E9E9E"/>
                </a:solidFill>
                <a:latin typeface="Nunito"/>
                <a:ea typeface="Nunito"/>
                <a:cs typeface="Nunito"/>
                <a:sym typeface="Nunito"/>
              </a:rPr>
              <a:t>Powered by:</a:t>
            </a:r>
            <a:endParaRPr sz="600" b="0" i="0" u="none" strike="noStrike" cap="none">
              <a:solidFill>
                <a:srgbClr val="9E9E9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6" name="Google Shape;146;p31" descr="Group 1000008086.png" title="Group 1000008086.png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7271425" y="281254"/>
            <a:ext cx="1569495" cy="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1" title="Group 100000695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276" y="4498349"/>
            <a:ext cx="989324" cy="43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1"/>
          <p:cNvSpPr txBox="1"/>
          <p:nvPr/>
        </p:nvSpPr>
        <p:spPr>
          <a:xfrm>
            <a:off x="440275" y="190350"/>
            <a:ext cx="327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&lt;</a:t>
            </a:r>
            <a:r>
              <a:rPr lang="en" sz="1200" b="0" i="0" u="none" strike="noStrike" cap="none">
                <a:solidFill>
                  <a:srgbClr val="282828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Wireframe/Mockup/Prototype Visual</a:t>
            </a: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/&gt;</a:t>
            </a:r>
            <a:endParaRPr sz="1200" b="1" i="0" u="none" strike="noStrike" cap="none">
              <a:solidFill>
                <a:srgbClr val="EC662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9" name="Google Shape;149;p31"/>
          <p:cNvSpPr txBox="1"/>
          <p:nvPr/>
        </p:nvSpPr>
        <p:spPr>
          <a:xfrm>
            <a:off x="4368675" y="4680275"/>
            <a:ext cx="45207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document is confidential and contains proprietary information and intellectual property of Jagoanhosting.com © 2025</a:t>
            </a:r>
            <a:endParaRPr sz="6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31"/>
          <p:cNvSpPr txBox="1"/>
          <p:nvPr/>
        </p:nvSpPr>
        <p:spPr>
          <a:xfrm>
            <a:off x="440275" y="1025650"/>
            <a:ext cx="24711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Judul Konten</a:t>
            </a:r>
            <a:endParaRPr sz="3750" b="0" i="0" u="none" strike="noStrike" cap="none">
              <a:solidFill>
                <a:srgbClr val="EC652B"/>
              </a:solidFill>
              <a:latin typeface="Bakbak One"/>
              <a:ea typeface="Bakbak One"/>
              <a:cs typeface="Bakbak One"/>
              <a:sym typeface="Bakbak On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Goes Here</a:t>
            </a:r>
            <a:endParaRPr sz="3750" b="0" i="0" u="none" strike="noStrike" cap="none">
              <a:solidFill>
                <a:srgbClr val="EC652B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151" name="Google Shape;151;p31"/>
          <p:cNvSpPr txBox="1"/>
          <p:nvPr/>
        </p:nvSpPr>
        <p:spPr>
          <a:xfrm>
            <a:off x="440275" y="2778950"/>
            <a:ext cx="24711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52" name="Google Shape;152;p31"/>
          <p:cNvSpPr txBox="1"/>
          <p:nvPr/>
        </p:nvSpPr>
        <p:spPr>
          <a:xfrm>
            <a:off x="440275" y="2571750"/>
            <a:ext cx="300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r>
              <a:rPr lang="en" sz="1165" b="0" i="0" u="none" strike="noStrike" cap="none">
                <a:solidFill>
                  <a:schemeClr val="dk1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Lorem ipsum dolor sit amet consectetur. Mauris sollicitudin dictum cursus aliquam ullamcorper hac facilisis. Dui viverra nunc nulla egestas augue habitant pellentesque. </a:t>
            </a: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53" name="Google Shape;153;p31"/>
          <p:cNvSpPr/>
          <p:nvPr/>
        </p:nvSpPr>
        <p:spPr>
          <a:xfrm>
            <a:off x="3713575" y="903813"/>
            <a:ext cx="2384400" cy="3403200"/>
          </a:xfrm>
          <a:prstGeom prst="roundRect">
            <a:avLst>
              <a:gd name="adj" fmla="val 744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>
            <a:off x="6262829" y="903813"/>
            <a:ext cx="2384400" cy="3403200"/>
          </a:xfrm>
          <a:prstGeom prst="roundRect">
            <a:avLst>
              <a:gd name="adj" fmla="val 744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/>
        </p:nvSpPr>
        <p:spPr>
          <a:xfrm>
            <a:off x="6490800" y="281250"/>
            <a:ext cx="7218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E9E9E"/>
                </a:solidFill>
                <a:latin typeface="Nunito"/>
                <a:ea typeface="Nunito"/>
                <a:cs typeface="Nunito"/>
                <a:sym typeface="Nunito"/>
              </a:rPr>
              <a:t>Powered by:</a:t>
            </a:r>
            <a:endParaRPr sz="600" b="0" i="0" u="none" strike="noStrike" cap="none">
              <a:solidFill>
                <a:srgbClr val="9E9E9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0" name="Google Shape;160;p32" descr="Group 1000008086.png" title="Group 1000008086.png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7271425" y="281254"/>
            <a:ext cx="1569495" cy="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2" title="Group 100000695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276" y="4498349"/>
            <a:ext cx="989324" cy="43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2"/>
          <p:cNvSpPr txBox="1"/>
          <p:nvPr/>
        </p:nvSpPr>
        <p:spPr>
          <a:xfrm>
            <a:off x="440275" y="190350"/>
            <a:ext cx="16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&lt;</a:t>
            </a:r>
            <a:r>
              <a:rPr lang="en" sz="1200" b="0" i="0" u="none" strike="noStrike" cap="none">
                <a:solidFill>
                  <a:srgbClr val="282828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Fitur &amp; Inovasi</a:t>
            </a: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/&gt;</a:t>
            </a:r>
            <a:endParaRPr sz="1200" b="1" i="0" u="none" strike="noStrike" cap="none">
              <a:solidFill>
                <a:srgbClr val="EC662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>
            <a:off x="4368675" y="4680275"/>
            <a:ext cx="45207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document is confidential and contains proprietary information and intellectual property of Jagoanhosting.com © 2025</a:t>
            </a:r>
            <a:endParaRPr sz="6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725249" y="1573300"/>
            <a:ext cx="2442000" cy="2482800"/>
          </a:xfrm>
          <a:prstGeom prst="roundRect">
            <a:avLst>
              <a:gd name="adj" fmla="val 744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/>
          <p:nvPr/>
        </p:nvSpPr>
        <p:spPr>
          <a:xfrm>
            <a:off x="3336061" y="1573300"/>
            <a:ext cx="2442000" cy="2482800"/>
          </a:xfrm>
          <a:prstGeom prst="roundRect">
            <a:avLst>
              <a:gd name="adj" fmla="val 744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5976743" y="1573300"/>
            <a:ext cx="2442000" cy="2482800"/>
          </a:xfrm>
          <a:prstGeom prst="roundRect">
            <a:avLst>
              <a:gd name="adj" fmla="val 744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 txBox="1"/>
          <p:nvPr/>
        </p:nvSpPr>
        <p:spPr>
          <a:xfrm>
            <a:off x="1521200" y="5219050"/>
            <a:ext cx="24711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862200" y="2646650"/>
            <a:ext cx="21681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Lorem ipsum dolor sit amet consectetur. Mauris sollicitudin dictum cursus aliquam ullamcorper hac facilisis. Dui viverra nunc nulla egestas augue habitant pellentesque. </a:t>
            </a:r>
            <a:endParaRPr sz="1000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69" name="Google Shape;169;p32"/>
          <p:cNvSpPr txBox="1"/>
          <p:nvPr/>
        </p:nvSpPr>
        <p:spPr>
          <a:xfrm>
            <a:off x="3487950" y="2646650"/>
            <a:ext cx="21681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Lorem ipsum dolor sit amet consectetur. Mauris sollicitudin dictum cursus aliquam ullamcorper hac facilisis. Dui viverra nunc nulla egestas augue habitant pellentesque. </a:t>
            </a:r>
            <a:endParaRPr sz="1000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70" name="Google Shape;170;p32"/>
          <p:cNvSpPr txBox="1"/>
          <p:nvPr/>
        </p:nvSpPr>
        <p:spPr>
          <a:xfrm>
            <a:off x="6120700" y="2646650"/>
            <a:ext cx="21681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Lorem ipsum dolor sit amet consectetur. Mauris sollicitudin dictum cursus aliquam ullamcorper hac facilisis. Dui viverra nunc nulla egestas augue habitant pellentesque. </a:t>
            </a:r>
            <a:endParaRPr sz="1000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939175" y="1784663"/>
            <a:ext cx="366000" cy="253800"/>
          </a:xfrm>
          <a:prstGeom prst="roundRect">
            <a:avLst>
              <a:gd name="adj" fmla="val 50000"/>
            </a:avLst>
          </a:prstGeom>
          <a:solidFill>
            <a:srgbClr val="F881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996475" y="1735450"/>
            <a:ext cx="30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1 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862200" y="2144850"/>
            <a:ext cx="216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FITUR A</a:t>
            </a:r>
            <a:endParaRPr sz="1800" b="1" i="0" u="none" strike="noStrike" cap="non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3537775" y="2144850"/>
            <a:ext cx="216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FITUR B</a:t>
            </a:r>
            <a:endParaRPr sz="1800" b="1" i="0" u="none" strike="noStrike" cap="non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6170550" y="2144850"/>
            <a:ext cx="216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FITUR C</a:t>
            </a:r>
            <a:endParaRPr sz="1800" b="1" i="0" u="none" strike="noStrike" cap="non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6" name="Google Shape;176;p32"/>
          <p:cNvSpPr/>
          <p:nvPr/>
        </p:nvSpPr>
        <p:spPr>
          <a:xfrm>
            <a:off x="3626300" y="1784663"/>
            <a:ext cx="366000" cy="253800"/>
          </a:xfrm>
          <a:prstGeom prst="roundRect">
            <a:avLst>
              <a:gd name="adj" fmla="val 50000"/>
            </a:avLst>
          </a:prstGeom>
          <a:solidFill>
            <a:srgbClr val="F881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3683600" y="1735450"/>
            <a:ext cx="30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2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/>
          <p:nvPr/>
        </p:nvSpPr>
        <p:spPr>
          <a:xfrm>
            <a:off x="6226950" y="1784663"/>
            <a:ext cx="366000" cy="253800"/>
          </a:xfrm>
          <a:prstGeom prst="roundRect">
            <a:avLst>
              <a:gd name="adj" fmla="val 50000"/>
            </a:avLst>
          </a:prstGeom>
          <a:solidFill>
            <a:srgbClr val="F881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6284250" y="1735450"/>
            <a:ext cx="30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/>
        </p:nvSpPr>
        <p:spPr>
          <a:xfrm>
            <a:off x="6490800" y="281250"/>
            <a:ext cx="7218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E9E9E"/>
                </a:solidFill>
                <a:latin typeface="Nunito"/>
                <a:ea typeface="Nunito"/>
                <a:cs typeface="Nunito"/>
                <a:sym typeface="Nunito"/>
              </a:rPr>
              <a:t>Powered by:</a:t>
            </a:r>
            <a:endParaRPr sz="600" b="0" i="0" u="none" strike="noStrike" cap="none">
              <a:solidFill>
                <a:srgbClr val="9E9E9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5" name="Google Shape;185;p33" title="Group 100000695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276" y="4498349"/>
            <a:ext cx="989324" cy="43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3" descr="Group 1000008086.png" title="Group 1000008086.png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7271425" y="281254"/>
            <a:ext cx="1569495" cy="2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/>
        </p:nvSpPr>
        <p:spPr>
          <a:xfrm>
            <a:off x="440275" y="190350"/>
            <a:ext cx="26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&lt;</a:t>
            </a:r>
            <a:r>
              <a:rPr lang="en" sz="1200" b="0" i="0" u="none" strike="noStrike" cap="none">
                <a:solidFill>
                  <a:srgbClr val="282828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Kesimpulan &amp; Call-to-Action</a:t>
            </a:r>
            <a:r>
              <a:rPr lang="en" sz="1200" b="1" i="0" u="none" strike="noStrike" cap="none">
                <a:solidFill>
                  <a:srgbClr val="EC662B"/>
                </a:solidFill>
                <a:latin typeface="Karla"/>
                <a:ea typeface="Karla"/>
                <a:cs typeface="Karla"/>
                <a:sym typeface="Karla"/>
              </a:rPr>
              <a:t>/&gt;</a:t>
            </a:r>
            <a:endParaRPr sz="1200" b="1" i="0" u="none" strike="noStrike" cap="none">
              <a:solidFill>
                <a:srgbClr val="EC662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4368675" y="4680275"/>
            <a:ext cx="45207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document is confidential and contains proprietary information and intellectual property of Jagoanhosting.com © 2025</a:t>
            </a:r>
            <a:endParaRPr sz="6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1275050" y="1899663"/>
            <a:ext cx="24711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Judul Konten</a:t>
            </a:r>
            <a:endParaRPr sz="3750" b="0" i="0" u="none" strike="noStrike" cap="none">
              <a:solidFill>
                <a:srgbClr val="EC652B"/>
              </a:solidFill>
              <a:latin typeface="Bakbak One"/>
              <a:ea typeface="Bakbak One"/>
              <a:cs typeface="Bakbak One"/>
              <a:sym typeface="Bakbak On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EC652B"/>
                </a:solidFill>
                <a:latin typeface="Bakbak One"/>
                <a:ea typeface="Bakbak One"/>
                <a:cs typeface="Bakbak One"/>
                <a:sym typeface="Bakbak One"/>
              </a:rPr>
              <a:t>Goes Here</a:t>
            </a:r>
            <a:endParaRPr sz="3750" b="0" i="0" u="none" strike="noStrike" cap="none">
              <a:solidFill>
                <a:srgbClr val="EC652B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190" name="Google Shape;190;p33"/>
          <p:cNvSpPr txBox="1"/>
          <p:nvPr/>
        </p:nvSpPr>
        <p:spPr>
          <a:xfrm>
            <a:off x="440275" y="2778950"/>
            <a:ext cx="24711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4475000" y="1823013"/>
            <a:ext cx="300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65"/>
              <a:buFont typeface="Arial"/>
              <a:buNone/>
            </a:pPr>
            <a:r>
              <a:rPr lang="en" sz="1165" b="0" i="0" u="none" strike="noStrike" cap="none">
                <a:solidFill>
                  <a:schemeClr val="dk1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Lorem ipsum dolor sit amet consectetur. Mauris sollicitudin dictum cursus aliquam ullamcorper hac facilisis. Dui viverra nunc nulla egestas augue habitant pellentesque. </a:t>
            </a:r>
            <a:endParaRPr sz="1165" b="0" i="0" u="none" strike="noStrike" cap="none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/>
        </p:nvSpPr>
        <p:spPr>
          <a:xfrm>
            <a:off x="1408700" y="4680270"/>
            <a:ext cx="63267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232323"/>
                </a:solidFill>
                <a:latin typeface="Nunito"/>
                <a:ea typeface="Nunito"/>
                <a:cs typeface="Nunito"/>
                <a:sym typeface="Nunito"/>
              </a:rPr>
              <a:t>This document is confidential and contains proprietary information and intellectual property of Jagoanhosting.com © 2025</a:t>
            </a:r>
            <a:endParaRPr sz="600" b="0" i="0" u="none" strike="noStrike" cap="none">
              <a:solidFill>
                <a:srgbClr val="23232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34" title="Group 100000695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3474" y="1613450"/>
            <a:ext cx="4397052" cy="191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32</cp:revision>
  <dcterms:modified xsi:type="dcterms:W3CDTF">2025-10-14T00:16:08Z</dcterms:modified>
</cp:coreProperties>
</file>